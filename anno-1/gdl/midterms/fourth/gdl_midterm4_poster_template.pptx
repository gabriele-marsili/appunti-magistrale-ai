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320040" y="320040"/>
            <a:ext cx="29635704" cy="4216298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0275784" cy="658368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30275784" cy="164592"/>
          </a:xfrm>
          <a:prstGeom prst="rect">
            <a:avLst/>
          </a:prstGeom>
          <a:solidFill>
            <a:srgbClr val="F5B51B"/>
          </a:solidFill>
          <a:ln w="1270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0" y="6748272"/>
            <a:ext cx="30275784" cy="73152"/>
          </a:xfrm>
          <a:prstGeom prst="rect">
            <a:avLst/>
          </a:prstGeom>
          <a:solidFill>
            <a:srgbClr val="40B7D8"/>
          </a:solidFill>
          <a:ln w="1270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/mnt/data/logo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66892"/>
            <a:ext cx="4206240" cy="3426937"/>
          </a:xfrm>
          <a:prstGeom prst="rect">
            <a:avLst/>
          </a:prstGeom>
        </p:spPr>
      </p:pic>
      <p:pic>
        <p:nvPicPr>
          <p:cNvPr id="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957651" y="1155636"/>
            <a:ext cx="6296938" cy="33580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23560" y="1200150"/>
            <a:ext cx="16550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POSTER TITLE GOES HERE</a:t>
            </a:r>
            <a:endParaRPr lang="en-US" sz="8000" dirty="0"/>
          </a:p>
        </p:txBody>
      </p:sp>
      <p:sp>
        <p:nvSpPr>
          <p:cNvPr id="10" name="Text 6"/>
          <p:cNvSpPr/>
          <p:nvPr/>
        </p:nvSpPr>
        <p:spPr>
          <a:xfrm>
            <a:off x="7855077" y="3819906"/>
            <a:ext cx="12325350" cy="653796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algn="ctr"/>
            <a:r>
              <a:rPr lang="en-US" sz="4000" dirty="0">
                <a:solidFill>
                  <a:srgbClr val="DDEDF7"/>
                </a:solidFill>
              </a:rPr>
              <a:t>Author Name 1 · Author Name 2 · Author Name 3 · Author Name 4 · Author Name 5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5623560" y="5105400"/>
            <a:ext cx="16550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5B51B"/>
                </a:solidFill>
              </a:rPr>
              <a:t>Generative and Deep Learning Course 2025/2026 - University of Pisa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960120" y="7635240"/>
            <a:ext cx="13834872" cy="154533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960120" y="7635240"/>
            <a:ext cx="13834872" cy="1143000"/>
          </a:xfrm>
          <a:prstGeom prst="rect">
            <a:avLst/>
          </a:prstGeom>
          <a:solidFill>
            <a:srgbClr val="005B96"/>
          </a:solidFill>
          <a:ln w="127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1371600" y="783640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Introduction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1399032" y="9052560"/>
            <a:ext cx="1295704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Motivation, context, problem statement, and contribution.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463040" y="996696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500" dirty="0">
                <a:solidFill>
                  <a:srgbClr val="52616B"/>
                </a:solidFill>
              </a:rPr>
              <a:t>What is the problem and why is it important?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What gap does your work address?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Summarize your main contribution.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463040" y="13167360"/>
            <a:ext cx="12829032" cy="9052560"/>
          </a:xfrm>
          <a:prstGeom prst="roundRect">
            <a:avLst>
              <a:gd name="adj" fmla="val 1616"/>
            </a:avLst>
          </a:prstGeom>
          <a:solidFill>
            <a:srgbClr val="FFFFFF">
              <a:alpha val="90000"/>
            </a:srgbClr>
          </a:solidFill>
          <a:ln w="15875">
            <a:solidFill>
              <a:srgbClr val="D2DAE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1737360" y="17419320"/>
            <a:ext cx="12280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5B96"/>
                </a:solidFill>
              </a:rPr>
              <a:t>Main figure / diagram / table placeholder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463040" y="22521672"/>
            <a:ext cx="12829032" cy="9144"/>
          </a:xfrm>
          <a:prstGeom prst="rect">
            <a:avLst/>
          </a:prstGeom>
          <a:noFill/>
          <a:ln w="6350">
            <a:solidFill>
              <a:srgbClr val="005B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15480792" y="7635240"/>
            <a:ext cx="13834872" cy="154533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15480792" y="7635240"/>
            <a:ext cx="13834872" cy="1143000"/>
          </a:xfrm>
          <a:prstGeom prst="rect">
            <a:avLst/>
          </a:prstGeom>
          <a:solidFill>
            <a:srgbClr val="F5B51B"/>
          </a:solidFill>
          <a:ln w="1270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15892272" y="783640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Approach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15919704" y="9052560"/>
            <a:ext cx="12957048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2DAE2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Model, data pipeline, architecture, and training strategy.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5983712" y="996696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500" dirty="0">
                <a:solidFill>
                  <a:srgbClr val="52616B"/>
                </a:solidFill>
              </a:rPr>
              <a:t>Describe the proposed method.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Highlight key design choices.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Add architecture diagram and equations.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15983712" y="13167360"/>
            <a:ext cx="12829032" cy="9052560"/>
          </a:xfrm>
          <a:prstGeom prst="roundRect">
            <a:avLst>
              <a:gd name="adj" fmla="val 161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5B5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3"/>
          <p:cNvSpPr/>
          <p:nvPr/>
        </p:nvSpPr>
        <p:spPr>
          <a:xfrm>
            <a:off x="16258032" y="17419320"/>
            <a:ext cx="12280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B51B"/>
                </a:solidFill>
              </a:rPr>
              <a:t>Main figure / diagram / table placeholder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15983712" y="22521672"/>
            <a:ext cx="12829032" cy="9144"/>
          </a:xfrm>
          <a:prstGeom prst="rect">
            <a:avLst/>
          </a:prstGeom>
          <a:noFill/>
          <a:ln w="6350">
            <a:solidFill>
              <a:srgbClr val="F5B51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5"/>
          <p:cNvSpPr/>
          <p:nvPr/>
        </p:nvSpPr>
        <p:spPr>
          <a:xfrm>
            <a:off x="960120" y="23774400"/>
            <a:ext cx="13834872" cy="159105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6"/>
          <p:cNvSpPr/>
          <p:nvPr/>
        </p:nvSpPr>
        <p:spPr>
          <a:xfrm>
            <a:off x="960120" y="23774400"/>
            <a:ext cx="13834872" cy="1143000"/>
          </a:xfrm>
          <a:prstGeom prst="rect">
            <a:avLst/>
          </a:prstGeom>
          <a:solidFill>
            <a:srgbClr val="40B7D8"/>
          </a:solidFill>
          <a:ln w="1270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7"/>
          <p:cNvSpPr/>
          <p:nvPr/>
        </p:nvSpPr>
        <p:spPr>
          <a:xfrm>
            <a:off x="1371600" y="2397556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Experiments</a:t>
            </a:r>
            <a:endParaRPr lang="en-US" sz="2800" dirty="0"/>
          </a:p>
        </p:txBody>
      </p:sp>
      <p:sp>
        <p:nvSpPr>
          <p:cNvPr id="32" name="Text 28"/>
          <p:cNvSpPr/>
          <p:nvPr/>
        </p:nvSpPr>
        <p:spPr>
          <a:xfrm>
            <a:off x="1399032" y="25191720"/>
            <a:ext cx="12957048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2DAE2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Datasets, setup, baselines, metrics, and key results.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1463040" y="2610612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500" dirty="0">
                <a:solidFill>
                  <a:srgbClr val="52616B"/>
                </a:solidFill>
              </a:rPr>
              <a:t>List datasets and evaluation protocol.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Compare against baselines.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Include quantitative and qualitative results.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1463040" y="29306520"/>
            <a:ext cx="12829032" cy="9509760"/>
          </a:xfrm>
          <a:prstGeom prst="roundRect">
            <a:avLst>
              <a:gd name="adj" fmla="val 153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40B7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1"/>
          <p:cNvSpPr/>
          <p:nvPr/>
        </p:nvSpPr>
        <p:spPr>
          <a:xfrm>
            <a:off x="1737360" y="33787080"/>
            <a:ext cx="12280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0B7D8"/>
                </a:solidFill>
              </a:rPr>
              <a:t>Main figure / diagram / table placeholder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1463040" y="39118032"/>
            <a:ext cx="12829032" cy="9144"/>
          </a:xfrm>
          <a:prstGeom prst="rect">
            <a:avLst/>
          </a:prstGeom>
          <a:noFill/>
          <a:ln w="6350">
            <a:solidFill>
              <a:srgbClr val="40B7D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3"/>
          <p:cNvSpPr/>
          <p:nvPr/>
        </p:nvSpPr>
        <p:spPr>
          <a:xfrm>
            <a:off x="15480792" y="23774400"/>
            <a:ext cx="13834872" cy="1591056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3175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4"/>
          <p:cNvSpPr/>
          <p:nvPr/>
        </p:nvSpPr>
        <p:spPr>
          <a:xfrm>
            <a:off x="15480792" y="23774400"/>
            <a:ext cx="13834872" cy="1143000"/>
          </a:xfrm>
          <a:prstGeom prst="rect">
            <a:avLst/>
          </a:prstGeom>
          <a:solidFill>
            <a:srgbClr val="005B96"/>
          </a:solidFill>
          <a:ln w="127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5"/>
          <p:cNvSpPr/>
          <p:nvPr/>
        </p:nvSpPr>
        <p:spPr>
          <a:xfrm>
            <a:off x="15892272" y="23975568"/>
            <a:ext cx="13011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Personal considerations</a:t>
            </a:r>
            <a:endParaRPr lang="en-US" sz="2800" dirty="0"/>
          </a:p>
        </p:txBody>
      </p:sp>
      <p:sp>
        <p:nvSpPr>
          <p:cNvPr id="40" name="Text 36"/>
          <p:cNvSpPr/>
          <p:nvPr/>
        </p:nvSpPr>
        <p:spPr>
          <a:xfrm>
            <a:off x="15919704" y="25191720"/>
            <a:ext cx="12957048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D2DAE2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A43"/>
                </a:solidFill>
              </a:rPr>
              <a:t>Reflection, limitations, ethics, and lessons learned.</a:t>
            </a:r>
            <a:endParaRPr lang="en-US" sz="1700" dirty="0"/>
          </a:p>
        </p:txBody>
      </p:sp>
      <p:sp>
        <p:nvSpPr>
          <p:cNvPr id="41" name="Text 37"/>
          <p:cNvSpPr/>
          <p:nvPr/>
        </p:nvSpPr>
        <p:spPr>
          <a:xfrm>
            <a:off x="15983712" y="26106120"/>
            <a:ext cx="12829032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500" dirty="0">
                <a:solidFill>
                  <a:srgbClr val="52616B"/>
                </a:solidFill>
              </a:rPr>
              <a:t>Discuss assumptions and limitations.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Mention responsible AI considerations.</a:t>
            </a:r>
            <a:endParaRPr lang="en-US" sz="1500" dirty="0"/>
          </a:p>
          <a:p>
            <a:r>
              <a:rPr lang="en-US" sz="1500" dirty="0">
                <a:solidFill>
                  <a:srgbClr val="52616B"/>
                </a:solidFill>
              </a:rPr>
              <a:t>Summarize what you learned.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15983712" y="29306520"/>
            <a:ext cx="12829032" cy="9509760"/>
          </a:xfrm>
          <a:prstGeom prst="roundRect">
            <a:avLst>
              <a:gd name="adj" fmla="val 153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005B9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9"/>
          <p:cNvSpPr/>
          <p:nvPr/>
        </p:nvSpPr>
        <p:spPr>
          <a:xfrm>
            <a:off x="16258032" y="33787080"/>
            <a:ext cx="12280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5B96"/>
                </a:solidFill>
              </a:rPr>
              <a:t>Main figure / diagram / table placeholder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15983712" y="39118032"/>
            <a:ext cx="12829032" cy="9144"/>
          </a:xfrm>
          <a:prstGeom prst="rect">
            <a:avLst/>
          </a:prstGeom>
          <a:noFill/>
          <a:ln w="6350">
            <a:solidFill>
              <a:srgbClr val="005B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1"/>
          <p:cNvSpPr/>
          <p:nvPr/>
        </p:nvSpPr>
        <p:spPr>
          <a:xfrm>
            <a:off x="0" y="41477184"/>
            <a:ext cx="30275784" cy="1325880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2"/>
          <p:cNvSpPr/>
          <p:nvPr/>
        </p:nvSpPr>
        <p:spPr>
          <a:xfrm>
            <a:off x="1097280" y="41842944"/>
            <a:ext cx="2808122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DEDF7"/>
                </a:solidFill>
              </a:rPr>
              <a:t>Insert the full reference to the original article here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097280" y="42254424"/>
            <a:ext cx="280812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51B"/>
                </a:solidFill>
              </a:rPr>
              <a:t>Generative and Deep Learning Course · University of Pisa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Personalizzato</PresentationFormat>
  <Paragraphs>30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Aptos Display</vt:lpstr>
      <vt:lpstr>Arial</vt:lpstr>
      <vt:lpstr>Office Theme</vt:lpstr>
      <vt:lpstr>Presentazione standard di PowerPoint</vt:lpstr>
    </vt:vector>
  </TitlesOfParts>
  <Company>University of Pisa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 Poster Template</dc:title>
  <dc:subject>A0 portrait poster template for Generative and Deep Learning Course - University of Pisa</dc:subject>
  <dc:creator>OpenAI</dc:creator>
  <cp:lastModifiedBy>Davide Bacciu</cp:lastModifiedBy>
  <cp:revision>2</cp:revision>
  <dcterms:created xsi:type="dcterms:W3CDTF">2026-05-14T15:30:59Z</dcterms:created>
  <dcterms:modified xsi:type="dcterms:W3CDTF">2026-05-14T15:56:58Z</dcterms:modified>
</cp:coreProperties>
</file>