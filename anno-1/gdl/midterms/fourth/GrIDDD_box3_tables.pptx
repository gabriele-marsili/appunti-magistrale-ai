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Property targeting — MAE ↓  (validity % goes in the caption)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7772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737360"/>
                <a:gridCol w="1737360"/>
                <a:gridCol w="164592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μ (QM9)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HOMO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LogP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QED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MW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DiGress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20.92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FreeGress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8.96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GrIDDD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0E7490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0E7490"/>
                          </a:solidFill>
                          <a:latin typeface="Calibri"/>
                        </a:rPr>
                        <a:t>4.89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Property optimization — improvement ↑ / success % 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7033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2194560"/>
                <a:gridCol w="2103120"/>
                <a:gridCol w="21031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LogP δ0.4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LogP δ0.6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QED succ.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DRD2 succ.</a:t>
                      </a:r>
                    </a:p>
                  </a:txBody>
                  <a:tcPr marT="20000" marB="20000"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JT-VAE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1.03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CG-VAE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GCPN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33415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GrIDDD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0E7490"/>
                          </a:solidFill>
                          <a:latin typeface="Calibri"/>
                        </a:rPr>
                        <a:t>2.70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0E7490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0E7490"/>
                          </a:solidFill>
                          <a:latin typeface="Calibri"/>
                        </a:rPr>
                        <a:t>45.1%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0E749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T="20000" marB="20000"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